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1F22"/>
    <a:srgbClr val="1B2023"/>
    <a:srgbClr val="E3E7E8"/>
    <a:srgbClr val="FEFEFE"/>
    <a:srgbClr val="FDFDFD"/>
    <a:srgbClr val="FFFFFF"/>
    <a:srgbClr val="F7F9F6"/>
    <a:srgbClr val="F9F9F9"/>
    <a:srgbClr val="161E21"/>
    <a:srgbClr val="1820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783" autoAdjust="0"/>
  </p:normalViewPr>
  <p:slideViewPr>
    <p:cSldViewPr>
      <p:cViewPr varScale="1">
        <p:scale>
          <a:sx n="71" d="100"/>
          <a:sy n="71" d="100"/>
        </p:scale>
        <p:origin x="202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CE7636-E919-4B3B-AE5C-5E5C8B093E77}" type="datetimeFigureOut">
              <a:rPr lang="ru-RU" smtClean="0"/>
              <a:t>04.10.2026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81A71-007A-47F7-8CDB-B9DEB96693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7821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81A71-007A-47F7-8CDB-B9DEB9669311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08032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81A71-007A-47F7-8CDB-B9DEB9669311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4092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81A71-007A-47F7-8CDB-B9DEB9669311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11326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81A71-007A-47F7-8CDB-B9DEB9669311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4876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81A71-007A-47F7-8CDB-B9DEB9669311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91049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81A71-007A-47F7-8CDB-B9DEB9669311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1602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81A71-007A-47F7-8CDB-B9DEB9669311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1919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4909800" y="8839200"/>
            <a:ext cx="1219200" cy="152400"/>
          </a:xfrm>
          <a:prstGeom prst="rect">
            <a:avLst/>
          </a:prstGeom>
          <a:solidFill>
            <a:srgbClr val="182023"/>
          </a:solidFill>
          <a:ln>
            <a:solidFill>
              <a:srgbClr val="161E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4986000" y="8839200"/>
            <a:ext cx="1219200" cy="152400"/>
          </a:xfrm>
          <a:prstGeom prst="rect">
            <a:avLst/>
          </a:prstGeom>
          <a:solidFill>
            <a:srgbClr val="F9F9F9"/>
          </a:solidFill>
          <a:ln>
            <a:solidFill>
              <a:srgbClr val="F7F9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190500"/>
            <a:ext cx="16256000" cy="906780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4960600" y="8888058"/>
            <a:ext cx="1447800" cy="370242"/>
          </a:xfrm>
          <a:prstGeom prst="rect">
            <a:avLst/>
          </a:prstGeom>
          <a:solidFill>
            <a:srgbClr val="FFFFFF"/>
          </a:solidFill>
          <a:ln>
            <a:solidFill>
              <a:srgbClr val="FEFE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16052800" y="8763000"/>
            <a:ext cx="355600" cy="12505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4986000" y="8839200"/>
            <a:ext cx="1143000" cy="152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77800" y="0"/>
            <a:ext cx="16586200" cy="925830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5062200" y="8991600"/>
            <a:ext cx="1193800" cy="152400"/>
          </a:xfrm>
          <a:prstGeom prst="rect">
            <a:avLst/>
          </a:prstGeom>
          <a:solidFill>
            <a:srgbClr val="FDFDFD"/>
          </a:solidFill>
          <a:ln>
            <a:solidFill>
              <a:srgbClr val="FEFE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6408400" cy="9258300"/>
          </a:xfrm>
          <a:prstGeom prst="rect">
            <a:avLst/>
          </a:prstGeom>
        </p:spPr>
      </p:pic>
      <p:sp>
        <p:nvSpPr>
          <p:cNvPr id="4" name="Скругленный прямоугольник 3"/>
          <p:cNvSpPr/>
          <p:nvPr/>
        </p:nvSpPr>
        <p:spPr>
          <a:xfrm>
            <a:off x="15138400" y="8991600"/>
            <a:ext cx="1117600" cy="152400"/>
          </a:xfrm>
          <a:prstGeom prst="roundRect">
            <a:avLst/>
          </a:prstGeom>
          <a:solidFill>
            <a:srgbClr val="E3E7E8"/>
          </a:solidFill>
          <a:ln>
            <a:solidFill>
              <a:srgbClr val="E3E7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4909800" y="8839200"/>
            <a:ext cx="1295400" cy="152400"/>
          </a:xfrm>
          <a:prstGeom prst="rect">
            <a:avLst/>
          </a:prstGeom>
          <a:solidFill>
            <a:srgbClr val="1B1F22"/>
          </a:solidFill>
          <a:ln>
            <a:solidFill>
              <a:srgbClr val="1B20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</Words>
  <Application>Microsoft Office PowerPoint</Application>
  <PresentationFormat>Произвольный</PresentationFormat>
  <Paragraphs>7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Учетная запись Майкрософт</cp:lastModifiedBy>
  <cp:revision>5</cp:revision>
  <dcterms:created xsi:type="dcterms:W3CDTF">2006-08-16T00:00:00Z</dcterms:created>
  <dcterms:modified xsi:type="dcterms:W3CDTF">2026-10-04T12:23:06Z</dcterms:modified>
</cp:coreProperties>
</file>