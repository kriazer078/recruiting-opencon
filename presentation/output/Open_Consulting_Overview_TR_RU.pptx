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1a0e65a6b243e7" /><Relationship Type="http://schemas.openxmlformats.org/officeDocument/2006/relationships/extended-properties" Target="/docProps/app.xml" Id="R4b6e660cdb084c88" /><Relationship Type="http://schemas.openxmlformats.org/officeDocument/2006/relationships/officeDocument" Target="/ppt/presentation.xml" Id="R861d5c0de45a4e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d3ba2bfbb94dab"/>
  </p:sldMasterIdLst>
  <p:notesMasterIdLst>
    <p:notesMasterId xmlns:r="http://schemas.openxmlformats.org/officeDocument/2006/relationships" r:id="R65951ddaeb554c98"/>
  </p:notesMasterIdLst>
  <p:sldIdLst>
    <p:sldId xmlns:r="http://schemas.openxmlformats.org/officeDocument/2006/relationships" id="256" r:id="R7522edc55bd84111"/>
    <p:sldId xmlns:r="http://schemas.openxmlformats.org/officeDocument/2006/relationships" id="257" r:id="Rf1a45dedd55d4074"/>
    <p:sldId xmlns:r="http://schemas.openxmlformats.org/officeDocument/2006/relationships" id="258" r:id="R0f2575c687974c77"/>
    <p:sldId xmlns:r="http://schemas.openxmlformats.org/officeDocument/2006/relationships" id="259" r:id="Re3396add99ad41a1"/>
    <p:sldId xmlns:r="http://schemas.openxmlformats.org/officeDocument/2006/relationships" id="260" r:id="Rf13b2f804386471a"/>
    <p:sldId xmlns:r="http://schemas.openxmlformats.org/officeDocument/2006/relationships" id="261" r:id="Ra9ab5a95a21249f2"/>
    <p:sldId xmlns:r="http://schemas.openxmlformats.org/officeDocument/2006/relationships" id="262" r:id="R736458efc66d499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d27c3ac82d4a45" /><Relationship Type="http://schemas.openxmlformats.org/officeDocument/2006/relationships/slideMaster" Target="/ppt/slideMasters/slideMaster1.xml" Id="R3dd3ba2bfbb94dab" /><Relationship Type="http://schemas.openxmlformats.org/officeDocument/2006/relationships/notesMaster" Target="/ppt/notesMasters/notesMaster1.xml" Id="R65951ddaeb554c98" /><Relationship Type="http://schemas.openxmlformats.org/officeDocument/2006/relationships/presProps" Target="/ppt/presProps.xml" Id="Rc11a465b1be946cf" /><Relationship Type="http://schemas.openxmlformats.org/officeDocument/2006/relationships/tableStyles" Target="/ppt/tableStyles.xml" Id="R7decfd9469df4741" /><Relationship Type="http://schemas.openxmlformats.org/officeDocument/2006/relationships/slide" Target="/ppt/slides/slide1.xml" Id="R7522edc55bd84111" /><Relationship Type="http://schemas.openxmlformats.org/officeDocument/2006/relationships/slide" Target="/ppt/slides/slide2.xml" Id="Rf1a45dedd55d4074" /><Relationship Type="http://schemas.openxmlformats.org/officeDocument/2006/relationships/slide" Target="/ppt/slides/slide3.xml" Id="R0f2575c687974c77" /><Relationship Type="http://schemas.openxmlformats.org/officeDocument/2006/relationships/slide" Target="/ppt/slides/slide4.xml" Id="Re3396add99ad41a1" /><Relationship Type="http://schemas.openxmlformats.org/officeDocument/2006/relationships/slide" Target="/ppt/slides/slide5.xml" Id="Rf13b2f804386471a" /><Relationship Type="http://schemas.openxmlformats.org/officeDocument/2006/relationships/slide" Target="/ppt/slides/slide6.xml" Id="Ra9ab5a95a21249f2" /><Relationship Type="http://schemas.openxmlformats.org/officeDocument/2006/relationships/slide" Target="/ppt/slides/slide7.xml" Id="R736458efc66d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be66bfe4a4d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05e5c0bc04ade" /><Relationship Type="http://schemas.openxmlformats.org/officeDocument/2006/relationships/notesMaster" Target="/ppt/notesMasters/notesMaster1.xml" Id="R889abe5a5fa94a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cfb70cbfe84333" /><Relationship Type="http://schemas.openxmlformats.org/officeDocument/2006/relationships/notesMaster" Target="/ppt/notesMasters/notesMaster1.xml" Id="Raeee4c473b8b4c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b9c164fb744a2a" /><Relationship Type="http://schemas.openxmlformats.org/officeDocument/2006/relationships/notesMaster" Target="/ppt/notesMasters/notesMaster1.xml" Id="R59dc70ee63f24c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b255d095d14669" /><Relationship Type="http://schemas.openxmlformats.org/officeDocument/2006/relationships/notesMaster" Target="/ppt/notesMasters/notesMaster1.xml" Id="Rb89bb2ca47d8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7586c09664a52" /><Relationship Type="http://schemas.openxmlformats.org/officeDocument/2006/relationships/notesMaster" Target="/ppt/notesMasters/notesMaster1.xml" Id="Re93c49519c1c44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f71f280f5a418a" /><Relationship Type="http://schemas.openxmlformats.org/officeDocument/2006/relationships/notesMaster" Target="/ppt/notesMasters/notesMaster1.xml" Id="Redfcd27f4b174a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8847173c9e41a1" /><Relationship Type="http://schemas.openxmlformats.org/officeDocument/2006/relationships/notesMaster" Target="/ppt/notesMasters/notesMaster1.xml" Id="R0679ff24f1b3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prototypes/single/previews/vacancies-desktop.jpg. Prototype only. Demo vacancies, companies and salaries are not live listings.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prototypes/single/assets/candidate-demo.png. Generated illustration of the intended video format. No actual video recording or candidate is shown. Video optional. Questions and re-recording are planned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screenshot of local /single/#employers prototype on 2026-10-04. Names, experience and applications are demo data. No real employer account or applications.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prototypes/single/previews/desktop.jpg and mobile.jpg. Preliminary Russian-language prototype. Planned languages are Turkish, Russian, Kazakh and English. Browser-based product, not a promised native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будущего продукта на основе требований владельца. Возможности планируются. Срок запуска не утверждён. Turkish above, Russian below.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9764dc65b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453bd32e4427d" /><Relationship Type="http://schemas.openxmlformats.org/officeDocument/2006/relationships/slideLayout" Target="/ppt/slideLayouts/slideLayout1.xml" Id="Reb05816d9bc5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05816d9bc5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207f2b3ca47ef" /><Relationship Type="http://schemas.openxmlformats.org/officeDocument/2006/relationships/image" Target="/ppt/media/image.png" Id="Rdcf0c23cb6fd44d0" /><Relationship Type="http://schemas.openxmlformats.org/officeDocument/2006/relationships/notesSlide" Target="/ppt/notesSlides/notesSlide1.xml" Id="Rf05066ff203943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6c84ce34446f2" /><Relationship Type="http://schemas.openxmlformats.org/officeDocument/2006/relationships/image" Target="/ppt/media/image2.png" Id="R27e250bf98234ac0" /><Relationship Type="http://schemas.openxmlformats.org/officeDocument/2006/relationships/notesSlide" Target="/ppt/notesSlides/notesSlide2.xml" Id="R51d978c93c6e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e20ed9ab24963" /><Relationship Type="http://schemas.openxmlformats.org/officeDocument/2006/relationships/image" Target="/ppt/media/image3.png" Id="R39b4a921257f4a3b" /><Relationship Type="http://schemas.openxmlformats.org/officeDocument/2006/relationships/image" Target="/ppt/media/image4.png" Id="Rf51aeec15fc74697" /><Relationship Type="http://schemas.openxmlformats.org/officeDocument/2006/relationships/notesSlide" Target="/ppt/notesSlides/notesSlide3.xml" Id="R83304cedfe7b43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cc48b5fa746bd" /><Relationship Type="http://schemas.openxmlformats.org/officeDocument/2006/relationships/image" Target="/ppt/media/image5.png" Id="Rf91a2db6760e4f38" /><Relationship Type="http://schemas.openxmlformats.org/officeDocument/2006/relationships/image" Target="/ppt/media/image6.png" Id="Rccb9cd14b0164ce7" /><Relationship Type="http://schemas.openxmlformats.org/officeDocument/2006/relationships/notesSlide" Target="/ppt/notesSlides/notesSlide4.xml" Id="Rbcb1e9401fcf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f65ca1ec94862" /><Relationship Type="http://schemas.openxmlformats.org/officeDocument/2006/relationships/image" Target="/ppt/media/image7.png" Id="R6e1c8263dfd342c9" /><Relationship Type="http://schemas.openxmlformats.org/officeDocument/2006/relationships/image" Target="/ppt/media/image8.png" Id="R94cef401334a4338" /><Relationship Type="http://schemas.openxmlformats.org/officeDocument/2006/relationships/notesSlide" Target="/ppt/notesSlides/notesSlide5.xml" Id="R9c347c85419c4c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e52a895214709" /><Relationship Type="http://schemas.openxmlformats.org/officeDocument/2006/relationships/image" Target="/ppt/media/image9.png" Id="Ra80a6b8c05224645" /><Relationship Type="http://schemas.openxmlformats.org/officeDocument/2006/relationships/image" Target="/ppt/media/image10.png" Id="R2aef28443c8b4b2f" /><Relationship Type="http://schemas.openxmlformats.org/officeDocument/2006/relationships/image" Target="/ppt/media/image11.png" Id="R2d59c4cae91244fc" /><Relationship Type="http://schemas.openxmlformats.org/officeDocument/2006/relationships/notesSlide" Target="/ppt/notesSlides/notesSlide6.xml" Id="Rad6591c7016c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462a4b2a14c22" /><Relationship Type="http://schemas.openxmlformats.org/officeDocument/2006/relationships/image" Target="/ppt/media/image12.png" Id="R7d4a7280bf8449ef" /><Relationship Type="http://schemas.openxmlformats.org/officeDocument/2006/relationships/notesSlide" Target="/ppt/notesSlides/notesSlide7.xml" Id="R7a65de9f11b3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0c23cb6fd44d0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FD6C525-F7A8-41EA-815C-5BB5DCB5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30EBAE11-469C-46C3-A072-9162128C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1323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İş arama ve işe alım için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yeni bir platform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1F13B305-80D7-444D-8FE6-D5D7DEA0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1247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İş ilanlarını ve aday profillerini video yanıtlarıyla</a:t>
            </a:r>
          </a:p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bir araya getiren bir platform geliştiriyoruz.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9DF9746A-CE66-474A-BE89-7075F98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295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Новая платформа для поиска работы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подбора сотрудников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26364761-B30D-4EFF-8040-579507BE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62750"/>
            <a:ext cx="12001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Мы создаём платформу, которая объединит вакансии</a:t>
            </a:r>
          </a:p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и анкеты кандидатов с видеоответами.</a:t>
            </a:r>
          </a:p>
        </p:txBody>
      </p:sp>
    </p:spTree>
    <p:extLst>
      <p:ext uri="{BB962C8B-B14F-4D97-AF65-F5344CB8AC3E}">
        <p14:creationId xmlns:p14="http://schemas.microsoft.com/office/powerpoint/2010/main" val="1788837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250bf98234ac0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7E61DE9-8B06-4096-96E1-857B454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E75F6EAF-BB5F-4D50-91C5-910FA10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81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 arayanlar ve işverenler</a:t>
            </a:r>
          </a:p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aynı platformda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92D2229A-7C7F-49E8-88ED-A228843B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781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Adaylar iş fırsatlarını inceleyebilecek ve deneyimlerini anlatabilecek. İşverenler ilan yayımlayabilecek ve adayları mülakattan önce tanıyabilecek.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C4EE0776-42BF-41E1-8953-476C28C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Соискатели и работодатели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на одной платформе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2A1761F2-CD31-4E55-A80B-17C1183C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7810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Кандидаты смогут находить вакансии и рассказывать о своём опыте. Компании смогут размещать вакансии и знакомиться с кандидатами до собеседования.</a:t>
            </a:r>
          </a:p>
        </p:txBody>
      </p:sp>
      <p:sp>
        <p:nvSpPr>
          <p:cNvPr id="7" name="geo-tr-label">
            <a:extLst xmlns:a="http://schemas.openxmlformats.org/drawingml/2006/main">
              <a:ext uri="{FF2B5EF4-FFF2-40B4-BE49-F238E27FC236}">
                <a16:creationId xmlns:a16="http://schemas.microsoft.com/office/drawing/2014/main" id="{31F1FA21-CB12-4F48-8640-720DF2CF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6692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Planlanan coğrafya</a:t>
            </a:r>
          </a:p>
        </p:txBody>
      </p:sp>
      <p:sp>
        <p:nvSpPr>
          <p:cNvPr id="8" name="geo-tr">
            <a:extLst xmlns:a="http://schemas.openxmlformats.org/drawingml/2006/main">
              <a:ext uri="{FF2B5EF4-FFF2-40B4-BE49-F238E27FC236}">
                <a16:creationId xmlns:a16="http://schemas.microsoft.com/office/drawing/2014/main" id="{7246E39F-A8EA-4125-9DCB-F7E8A6FE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45243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Türkiye</a:t>
            </a:r>
          </a:p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Kazakistan</a:t>
            </a:r>
          </a:p>
          <a:p xmlns:a="http://schemas.openxmlformats.org/drawingml/2006/main">
            <a:pPr>
              <a:defRPr sz="3450" b="1">
                <a:solidFill>
                  <a:srgbClr val="EF2B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F2B20"/>
                </a:solidFill>
                <a:latin typeface="Arial"/>
                <a:ea typeface="Arial"/>
                <a:cs typeface="Arial"/>
              </a:rPr>
              <a:t>BDT ülkeleri</a:t>
            </a:r>
          </a:p>
        </p:txBody>
      </p:sp>
      <p:sp>
        <p:nvSpPr>
          <p:cNvPr id="9" name="geo-ru-label">
            <a:extLst xmlns:a="http://schemas.openxmlformats.org/drawingml/2006/main">
              <a:ext uri="{FF2B5EF4-FFF2-40B4-BE49-F238E27FC236}">
                <a16:creationId xmlns:a16="http://schemas.microsoft.com/office/drawing/2014/main" id="{29E6B65F-1EC3-4409-BC6C-FD9B998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815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Планируемая география</a:t>
            </a:r>
          </a:p>
        </p:txBody>
      </p:sp>
      <p:sp>
        <p:nvSpPr>
          <p:cNvPr id="10" name="geo-ru">
            <a:extLst xmlns:a="http://schemas.openxmlformats.org/drawingml/2006/main">
              <a:ext uri="{FF2B5EF4-FFF2-40B4-BE49-F238E27FC236}">
                <a16:creationId xmlns:a16="http://schemas.microsoft.com/office/drawing/2014/main" id="{3714BE90-D7A7-41ED-9D33-997E56A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24500"/>
            <a:ext cx="4524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Турция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Казахстан</a:t>
            </a:r>
          </a:p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Страны СНГ</a:t>
            </a:r>
          </a:p>
        </p:txBody>
      </p:sp>
    </p:spTree>
    <p:extLst>
      <p:ext uri="{BB962C8B-B14F-4D97-AF65-F5344CB8AC3E}">
        <p14:creationId xmlns:p14="http://schemas.microsoft.com/office/powerpoint/2010/main" val="1398913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4a921257f4a3b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7D34A897-3294-4103-8347-C185B17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5F54D649-CF2A-4C5E-B62A-6AF4826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715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 arayanlar için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B712ED24-1998-4255-8E22-8B668DCC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715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Meslek ve konuma göre iş arama. Deneyim ve becerilerle bir profil oluşturma.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Aynı profille farklı ilanlara başvurma ve mülakat daveti alma.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76C4C3F0-5DDE-4507-92A9-3096505E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71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Для соискателей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B49E0E6F-0BCD-4D5E-8137-9FA87FAF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715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Поиск вакансий по профессии и месту работы. Анкета с опытом и навыками.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Одна анкета для разных откликов и приглашения на собеседование.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aeec15fc74697"/>
          <a:stretch xmlns:a="http://schemas.openxmlformats.org/drawingml/2006/main"/>
        </p:blipFill>
        <p:spPr>
          <a:xfrm xmlns:a="http://schemas.openxmlformats.org/drawingml/2006/main">
            <a:off x="8143875" y="2824639"/>
            <a:ext cx="6286500" cy="2923223"/>
          </a:xfrm>
          <a:prstGeom xmlns:a="http://schemas.openxmlformats.org/drawingml/2006/main" prst="rect">
            <a:avLst/>
          </a:prstGeom>
        </p:spPr>
      </p:pic>
      <p:sp>
        <p:nvSpPr>
          <p:cNvPr id="8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C63CED38-8889-4196-BCA8-D7EB704F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4847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İlanlar örnektir.</a:t>
            </a:r>
          </a:p>
        </p:txBody>
      </p:sp>
      <p:sp>
        <p:nvSpPr>
          <p:cNvPr id="9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B740683E-F3B0-4E31-B1D6-0B9F37B8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5327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Вакансии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927724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a2db6760e4f38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6B16A3A-4CBE-4C66-BF63-02D94629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681A1C71-1E17-419B-8E5A-F28F09FA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yanıtlarıyla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kendini tanıtma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3767064D-C96E-4F06-8643-69C3E3C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572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Sorular meslek ve deneyime göre belirlenecek. Aday soruyu ekranda okuyup yanıtını kaydedebilecek, izleyebilecek ve yeniden çekebilecek.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EA8128E2-65D1-4DC9-8150-8C3225A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Знакомство через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видеоответы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7633D476-AD95-4261-8757-842F0AA6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57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Вопросы будут учитывать профессию и опыт. Кандидат сможет прочитать вопрос, записать ответ, посмотреть его и при необходимости переснять.</a:t>
            </a:r>
          </a:p>
        </p:txBody>
      </p:sp>
      <p:sp>
        <p:nvSpPr>
          <p:cNvPr id="7" name="tr-optional">
            <a:extLst xmlns:a="http://schemas.openxmlformats.org/drawingml/2006/main">
              <a:ext uri="{FF2B5EF4-FFF2-40B4-BE49-F238E27FC236}">
                <a16:creationId xmlns:a16="http://schemas.microsoft.com/office/drawing/2014/main" id="{C21D5EC1-9830-4EAB-94FB-D9534686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25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6258"/>
                </a:solidFill>
                <a:latin typeface="Arial"/>
                <a:ea typeface="Arial"/>
                <a:cs typeface="Arial"/>
              </a:rPr>
              <a:t>Video isteğe bağlı olacak.</a:t>
            </a:r>
          </a:p>
        </p:txBody>
      </p:sp>
      <p:sp>
        <p:nvSpPr>
          <p:cNvPr id="8" name="ru-optional">
            <a:extLst xmlns:a="http://schemas.openxmlformats.org/drawingml/2006/main">
              <a:ext uri="{FF2B5EF4-FFF2-40B4-BE49-F238E27FC236}">
                <a16:creationId xmlns:a16="http://schemas.microsoft.com/office/drawing/2014/main" id="{524EF879-0E86-4BE2-8517-237358B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0"/>
            <a:ext cx="681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25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258"/>
                </a:solidFill>
                <a:latin typeface="Arial"/>
                <a:ea typeface="Arial"/>
                <a:cs typeface="Arial"/>
              </a:rPr>
              <a:t>Видео будет необязательным.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9cd14b0164ce7"/>
          <a:stretch xmlns:a="http://schemas.openxmlformats.org/drawingml/2006/main"/>
        </p:blipFill>
        <p:spPr>
          <a:xfrm xmlns:a="http://schemas.openxmlformats.org/drawingml/2006/main">
            <a:off x="8124825" y="2336800"/>
            <a:ext cx="6305550" cy="4203700"/>
          </a:xfrm>
          <a:prstGeom xmlns:a="http://schemas.openxmlformats.org/drawingml/2006/main" prst="rect">
            <a:avLst/>
          </a:prstGeom>
        </p:spPr>
      </p:pic>
      <p:sp>
        <p:nvSpPr>
          <p:cNvPr id="10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BEB56946-ED8B-471C-BD71-5C115879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6781800"/>
            <a:ext cx="630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C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CBF"/>
                </a:solidFill>
                <a:latin typeface="Arial"/>
                <a:ea typeface="Arial"/>
                <a:cs typeface="Arial"/>
              </a:rPr>
              <a:t>Örnek gösterim. Gerçek bir aday değildir.</a:t>
            </a:r>
          </a:p>
        </p:txBody>
      </p:sp>
      <p:sp>
        <p:nvSpPr>
          <p:cNvPr id="11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A9F0CE50-7FE5-4176-A72A-6749D8F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086600"/>
            <a:ext cx="630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BCB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BCBF"/>
                </a:solidFill>
                <a:latin typeface="Arial"/>
                <a:ea typeface="Arial"/>
                <a:cs typeface="Arial"/>
              </a:rPr>
              <a:t>Иллюстрация формата. Это не реальный кандидат.</a:t>
            </a:r>
          </a:p>
        </p:txBody>
      </p:sp>
    </p:spTree>
    <p:extLst>
      <p:ext uri="{BB962C8B-B14F-4D97-AF65-F5344CB8AC3E}">
        <p14:creationId xmlns:p14="http://schemas.microsoft.com/office/powerpoint/2010/main" val="743205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c8263dfd342c9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FE902C4-3F08-4CA9-8AF2-67088611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A909A9D9-27A4-42C5-BF31-9FFCACE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715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İşverenler için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AE910E49-F82F-4E14-85AF-AD1545E0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715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İlan yayımlama ve başvuruları inceleme. Adayın deneyimini profili ve video yanıtlarıyla birlikte değerlendirme.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İşe alım kararını işveren verecek.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49E4E747-F01F-4CC2-864D-6E6FCEDE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71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Для работодателей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55FF7E7A-2465-4F3E-88C1-AAB78757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715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Размещение вакансий и просмотр откликов. Знакомство с опытом кандидата через анкету и видеоответы.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Решение о найме останется за работодателем.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f401334a4338"/>
          <a:stretch xmlns:a="http://schemas.openxmlformats.org/drawingml/2006/main"/>
        </p:blipFill>
        <p:spPr>
          <a:xfrm xmlns:a="http://schemas.openxmlformats.org/drawingml/2006/main">
            <a:off x="8096250" y="3214233"/>
            <a:ext cx="6334125" cy="2239284"/>
          </a:xfrm>
          <a:prstGeom xmlns:a="http://schemas.openxmlformats.org/drawingml/2006/main" prst="rect">
            <a:avLst/>
          </a:prstGeom>
        </p:spPr>
      </p:pic>
      <p:sp>
        <p:nvSpPr>
          <p:cNvPr id="8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50735B5F-C188-4116-9795-50EC85D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43675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Aday bilgileri örnektir.</a:t>
            </a:r>
          </a:p>
        </p:txBody>
      </p:sp>
      <p:sp>
        <p:nvSpPr>
          <p:cNvPr id="9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C0A1F6DD-192C-48D7-9E74-0A467B7B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4847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Данные кандидатов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1872684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a6b8c05224645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0F49B99-29EB-45C3-A665-EC8A79F2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97D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97D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E6540E2E-54F6-43BD-B867-46DB1981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Telefonda ve bilgisayarda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E07A22AC-E5B7-4DE1-9DAF-824DA35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572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Telefon ve bilgisayarda, tarayıcı üzerinden kullanım. Ana sayfada iş arama ve profil oluşturmayı anlatan video rehberi.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Planlanan diller: Türkçe, Rusça, Kazakça ve İngilizce.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E8939733-8F99-4855-AE14-9C5C4ECB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191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91B"/>
                </a:solidFill>
                <a:latin typeface="Arial"/>
                <a:ea typeface="Arial"/>
                <a:cs typeface="Arial"/>
              </a:rPr>
              <a:t>На телефоне и компьютере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57992717-1039-413C-8FC5-730FCBDC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657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Работа в браузере. На главной странице будут поиск вакансий и видеоинструкция по заполнению анкеты.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Планируемые языки: турецкий, русский, казахский и английский.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f28443c8b4b2f"/>
          <a:stretch xmlns:a="http://schemas.openxmlformats.org/drawingml/2006/main"/>
        </p:blipFill>
        <p:spPr>
          <a:xfrm xmlns:a="http://schemas.openxmlformats.org/drawingml/2006/main">
            <a:off x="8096250" y="2240098"/>
            <a:ext cx="6315075" cy="291120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9c4cae91244fc"/>
          <a:stretch xmlns:a="http://schemas.openxmlformats.org/drawingml/2006/main"/>
        </p:blipFill>
        <p:spPr>
          <a:xfrm xmlns:a="http://schemas.openxmlformats.org/drawingml/2006/main">
            <a:off x="12275092" y="5095875"/>
            <a:ext cx="1195892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visual-caption-tr">
            <a:extLst xmlns:a="http://schemas.openxmlformats.org/drawingml/2006/main">
              <a:ext uri="{FF2B5EF4-FFF2-40B4-BE49-F238E27FC236}">
                <a16:creationId xmlns:a16="http://schemas.microsoft.com/office/drawing/2014/main" id="{30280AD3-C143-4639-BF55-8D4ED48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3914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Ön tasarım. Arayüz değişebilir.</a:t>
            </a:r>
          </a:p>
        </p:txBody>
      </p:sp>
      <p:sp>
        <p:nvSpPr>
          <p:cNvPr id="10" name="visual-caption-ru">
            <a:extLst xmlns:a="http://schemas.openxmlformats.org/drawingml/2006/main">
              <a:ext uri="{FF2B5EF4-FFF2-40B4-BE49-F238E27FC236}">
                <a16:creationId xmlns:a16="http://schemas.microsoft.com/office/drawing/2014/main" id="{A2850603-EAD9-4FD4-8310-976BAE9B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9620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585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585C"/>
                </a:solidFill>
                <a:latin typeface="Arial"/>
                <a:ea typeface="Arial"/>
                <a:cs typeface="Arial"/>
              </a:rPr>
              <a:t>Предварительный интерфейс. Дизайн может измениться.</a:t>
            </a:r>
          </a:p>
        </p:txBody>
      </p:sp>
    </p:spTree>
    <p:extLst>
      <p:ext uri="{BB962C8B-B14F-4D97-AF65-F5344CB8AC3E}">
        <p14:creationId xmlns:p14="http://schemas.microsoft.com/office/powerpoint/2010/main" val="92394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a7280bf8449ef"/>
          <a:srcRect xmlns:a="http://schemas.openxmlformats.org/drawingml/2006/main" l="0" t="37318" r="0" b="37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552450"/>
            <a:ext cx="2266950" cy="574969"/>
          </a:xfrm>
          <a:prstGeom xmlns:a="http://schemas.openxmlformats.org/drawingml/2006/main" prst="rect">
            <a:avLst/>
          </a:prstGeom>
        </p:spPr>
      </p:pic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E75112E-3F00-4E14-95D9-B356245C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791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AEB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AAEB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r-title">
            <a:extLst xmlns:a="http://schemas.openxmlformats.org/drawingml/2006/main">
              <a:ext uri="{FF2B5EF4-FFF2-40B4-BE49-F238E27FC236}">
                <a16:creationId xmlns:a16="http://schemas.microsoft.com/office/drawing/2014/main" id="{5A16BB99-E333-4897-9479-121E64C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295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Yakında</a:t>
            </a:r>
          </a:p>
        </p:txBody>
      </p:sp>
      <p:sp>
        <p:nvSpPr>
          <p:cNvPr id="4" name="tr-body">
            <a:extLst xmlns:a="http://schemas.openxmlformats.org/drawingml/2006/main">
              <a:ext uri="{FF2B5EF4-FFF2-40B4-BE49-F238E27FC236}">
                <a16:creationId xmlns:a16="http://schemas.microsoft.com/office/drawing/2014/main" id="{032FEF3A-B43F-45E6-846B-BBD6AD59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2954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İş arayanların deneyimlerini anlatabileceği, işverenlerin</a:t>
            </a:r>
          </a:p>
          <a:p xmlns:a="http://schemas.openxmlformats.org/drawingml/2006/main">
            <a:pPr>
              <a:defRPr sz="23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adayları daha yakından tanıyabileceği bir platform hazırlıyoruz.</a:t>
            </a:r>
          </a:p>
        </p:txBody>
      </p:sp>
      <p:sp>
        <p:nvSpPr>
          <p:cNvPr id="5" name="ru-title">
            <a:extLst xmlns:a="http://schemas.openxmlformats.org/drawingml/2006/main">
              <a:ext uri="{FF2B5EF4-FFF2-40B4-BE49-F238E27FC236}">
                <a16:creationId xmlns:a16="http://schemas.microsoft.com/office/drawing/2014/main" id="{85D382AE-E46D-4177-8B7A-6C5EA0EA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27635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Скоро</a:t>
            </a:r>
          </a:p>
        </p:txBody>
      </p:sp>
      <p:sp>
        <p:nvSpPr>
          <p:cNvPr id="6" name="ru-body">
            <a:extLst xmlns:a="http://schemas.openxmlformats.org/drawingml/2006/main">
              <a:ext uri="{FF2B5EF4-FFF2-40B4-BE49-F238E27FC236}">
                <a16:creationId xmlns:a16="http://schemas.microsoft.com/office/drawing/2014/main" id="{6791DFB0-A667-4DA4-BE4D-32E25F9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24625"/>
            <a:ext cx="1295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Мы готовим платформу, где соискатели смогут рассказать</a:t>
            </a:r>
          </a:p>
          <a:p xmlns:a="http://schemas.openxmlformats.org/drawingml/2006/main">
            <a:pPr>
              <a:defRPr sz="2250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о своём опыте, а работодатели познакомиться с кандидатами ближе.</a:t>
            </a:r>
          </a:p>
        </p:txBody>
      </p:sp>
    </p:spTree>
    <p:extLst>
      <p:ext uri="{BB962C8B-B14F-4D97-AF65-F5344CB8AC3E}">
        <p14:creationId xmlns:p14="http://schemas.microsoft.com/office/powerpoint/2010/main" val="1819683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2026-10-04T11:12:07.3940000Z</dcterms:created>
  <dcterms:modified xsi:type="dcterms:W3CDTF">2026-10-04T11:12:07.3940000Z</dcterms:modified>
</coreProperties>
</file>