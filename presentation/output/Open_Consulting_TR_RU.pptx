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846e4e3bf348b1" /><Relationship Type="http://schemas.openxmlformats.org/officeDocument/2006/relationships/extended-properties" Target="/docProps/app.xml" Id="R5e999453bfcf43e6" /><Relationship Type="http://schemas.openxmlformats.org/officeDocument/2006/relationships/officeDocument" Target="/ppt/presentation.xml" Id="R88859efcf7d3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47b80b8d348db"/>
  </p:sldMasterIdLst>
  <p:notesMasterIdLst>
    <p:notesMasterId xmlns:r="http://schemas.openxmlformats.org/officeDocument/2006/relationships" r:id="R6087a615c73a4b36"/>
  </p:notesMasterIdLst>
  <p:sldIdLst>
    <p:sldId xmlns:r="http://schemas.openxmlformats.org/officeDocument/2006/relationships" id="256" r:id="Rf24fdfc793214238"/>
    <p:sldId xmlns:r="http://schemas.openxmlformats.org/officeDocument/2006/relationships" id="257" r:id="R965fd7814f824814"/>
    <p:sldId xmlns:r="http://schemas.openxmlformats.org/officeDocument/2006/relationships" id="258" r:id="R8d06119d48ab41b8"/>
    <p:sldId xmlns:r="http://schemas.openxmlformats.org/officeDocument/2006/relationships" id="259" r:id="Re2f9fed904b645cb"/>
    <p:sldId xmlns:r="http://schemas.openxmlformats.org/officeDocument/2006/relationships" id="260" r:id="Rce34301cb46c401b"/>
    <p:sldId xmlns:r="http://schemas.openxmlformats.org/officeDocument/2006/relationships" id="261" r:id="R7270c7a626894671"/>
    <p:sldId xmlns:r="http://schemas.openxmlformats.org/officeDocument/2006/relationships" id="262" r:id="R568fcfc65bc3454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905358df24778" /><Relationship Type="http://schemas.openxmlformats.org/officeDocument/2006/relationships/slideMaster" Target="/ppt/slideMasters/slideMaster1.xml" Id="R5df47b80b8d348db" /><Relationship Type="http://schemas.openxmlformats.org/officeDocument/2006/relationships/notesMaster" Target="/ppt/notesMasters/notesMaster1.xml" Id="R6087a615c73a4b36" /><Relationship Type="http://schemas.openxmlformats.org/officeDocument/2006/relationships/presProps" Target="/ppt/presProps.xml" Id="R282f1993346343f4" /><Relationship Type="http://schemas.openxmlformats.org/officeDocument/2006/relationships/tableStyles" Target="/ppt/tableStyles.xml" Id="R3f3784dc22c34f6d" /><Relationship Type="http://schemas.openxmlformats.org/officeDocument/2006/relationships/slide" Target="/ppt/slides/slide1.xml" Id="Rf24fdfc793214238" /><Relationship Type="http://schemas.openxmlformats.org/officeDocument/2006/relationships/slide" Target="/ppt/slides/slide2.xml" Id="R965fd7814f824814" /><Relationship Type="http://schemas.openxmlformats.org/officeDocument/2006/relationships/slide" Target="/ppt/slides/slide3.xml" Id="R8d06119d48ab41b8" /><Relationship Type="http://schemas.openxmlformats.org/officeDocument/2006/relationships/slide" Target="/ppt/slides/slide4.xml" Id="Re2f9fed904b645cb" /><Relationship Type="http://schemas.openxmlformats.org/officeDocument/2006/relationships/slide" Target="/ppt/slides/slide5.xml" Id="Rce34301cb46c401b" /><Relationship Type="http://schemas.openxmlformats.org/officeDocument/2006/relationships/slide" Target="/ppt/slides/slide6.xml" Id="R7270c7a626894671" /><Relationship Type="http://schemas.openxmlformats.org/officeDocument/2006/relationships/slide" Target="/ppt/slides/slide7.xml" Id="R568fcfc65bc345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eaf5543c4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781244b4440c4" /><Relationship Type="http://schemas.openxmlformats.org/officeDocument/2006/relationships/notesMaster" Target="/ppt/notesMasters/notesMaster1.xml" Id="R220faf6c48534d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e3cd6a6904f88" /><Relationship Type="http://schemas.openxmlformats.org/officeDocument/2006/relationships/notesMaster" Target="/ppt/notesMasters/notesMaster1.xml" Id="R23a47561374741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0453a643a4fae" /><Relationship Type="http://schemas.openxmlformats.org/officeDocument/2006/relationships/notesMaster" Target="/ppt/notesMasters/notesMaster1.xml" Id="R98f67d7e46544f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74dc6563949b5" /><Relationship Type="http://schemas.openxmlformats.org/officeDocument/2006/relationships/notesMaster" Target="/ppt/notesMasters/notesMaster1.xml" Id="Rd755401df463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0d4a8d0b044446" /><Relationship Type="http://schemas.openxmlformats.org/officeDocument/2006/relationships/notesMaster" Target="/ppt/notesMasters/notesMaster1.xml" Id="R4aeaf39dccec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387ee949e4153" /><Relationship Type="http://schemas.openxmlformats.org/officeDocument/2006/relationships/notesMaster" Target="/ppt/notesMasters/notesMaster1.xml" Id="Rc3b4f79e2eb1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7a99617e2425e" /><Relationship Type="http://schemas.openxmlformats.org/officeDocument/2006/relationships/notesMaster" Target="/ppt/notesMasters/notesMaster1.xml" Id="R214eeb058f1e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prototypes/single/previews/vacancies-desktop.jpg. Prototype only. Demo vacancies, companies and salaries are not live listings.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prototypes/single/assets/candidate-demo.png. Generated illustration of the intended video format. No actual video recording or candidate is shown. Video optional. Questions and re-recording are planned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 of local /single/#employers prototype on 2026-10-04. Names, experience and applications are demo data. No real employer account or applications.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prototypes/single/previews/desktop.jpg and mobile.jpg. Preliminary Russian-language prototype. Planned languages are Turkish, Russian, Kazakh and English. Browser-based product, not a promised native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12c05d560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ad517058a4144" /><Relationship Type="http://schemas.openxmlformats.org/officeDocument/2006/relationships/slideLayout" Target="/ppt/slideLayouts/slideLayout1.xml" Id="R0d75e5d3b77d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5e5d3b77d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2a7a12d764959" /><Relationship Type="http://schemas.openxmlformats.org/officeDocument/2006/relationships/image" Target="/ppt/media/image.png" Id="R1d88035511c647c1" /><Relationship Type="http://schemas.openxmlformats.org/officeDocument/2006/relationships/notesSlide" Target="/ppt/notesSlides/notesSlide1.xml" Id="R917b5c4ffa3d44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fd259f5f4ef9" /><Relationship Type="http://schemas.openxmlformats.org/officeDocument/2006/relationships/image" Target="/ppt/media/image2.png" Id="R64bb0fdcfd044288" /><Relationship Type="http://schemas.openxmlformats.org/officeDocument/2006/relationships/notesSlide" Target="/ppt/notesSlides/notesSlide2.xml" Id="R76f829a73706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6ad2b7b6d4062" /><Relationship Type="http://schemas.openxmlformats.org/officeDocument/2006/relationships/image" Target="/ppt/media/image3.png" Id="R5f6ef98a997740bd" /><Relationship Type="http://schemas.openxmlformats.org/officeDocument/2006/relationships/image" Target="/ppt/media/image4.png" Id="R1f5b3efc29f84a62" /><Relationship Type="http://schemas.openxmlformats.org/officeDocument/2006/relationships/notesSlide" Target="/ppt/notesSlides/notesSlide3.xml" Id="R6c8635b2ddcc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79d0af2644504" /><Relationship Type="http://schemas.openxmlformats.org/officeDocument/2006/relationships/image" Target="/ppt/media/image5.png" Id="R44c746ac81444f64" /><Relationship Type="http://schemas.openxmlformats.org/officeDocument/2006/relationships/image" Target="/ppt/media/image6.png" Id="R1bb6eef957054fe1" /><Relationship Type="http://schemas.openxmlformats.org/officeDocument/2006/relationships/notesSlide" Target="/ppt/notesSlides/notesSlide4.xml" Id="Rdbc11452c2fc48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9ec7ba8b4029" /><Relationship Type="http://schemas.openxmlformats.org/officeDocument/2006/relationships/image" Target="/ppt/media/image7.png" Id="Rb82eb7172400468e" /><Relationship Type="http://schemas.openxmlformats.org/officeDocument/2006/relationships/image" Target="/ppt/media/image8.png" Id="R45e51cd597894230" /><Relationship Type="http://schemas.openxmlformats.org/officeDocument/2006/relationships/notesSlide" Target="/ppt/notesSlides/notesSlide5.xml" Id="R4880475ff63b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33c836f7d415f" /><Relationship Type="http://schemas.openxmlformats.org/officeDocument/2006/relationships/image" Target="/ppt/media/image9.png" Id="Ree46d42c605b451c" /><Relationship Type="http://schemas.openxmlformats.org/officeDocument/2006/relationships/image" Target="/ppt/media/image10.png" Id="Rdde416d44e0a4ef9" /><Relationship Type="http://schemas.openxmlformats.org/officeDocument/2006/relationships/image" Target="/ppt/media/image11.png" Id="R2b981711686147ae" /><Relationship Type="http://schemas.openxmlformats.org/officeDocument/2006/relationships/notesSlide" Target="/ppt/notesSlides/notesSlide6.xml" Id="R44782fa12bef4d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49765b072428e" /><Relationship Type="http://schemas.openxmlformats.org/officeDocument/2006/relationships/image" Target="/ppt/media/image12.png" Id="Ra146e773c73a4824" /><Relationship Type="http://schemas.openxmlformats.org/officeDocument/2006/relationships/notesSlide" Target="/ppt/notesSlides/notesSlide7.xml" Id="R8571b832936b47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8035511c647c1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E9A17AA-B138-42EF-904B-6F0F9FB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7A9AE7BB-4D68-40AA-8E21-0C79EAF1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1323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İş arama ve işe alım için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yeni bir platform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9DB4C699-AADB-4C64-AE46-CD70692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247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İş ilanlarını ve aday profillerini video yanıtlarıyla</a:t>
            </a:r>
          </a:p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bir araya getiren bir platform geliştiriyoruz.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6B6915D1-E52C-4770-8346-89E15E3E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295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Новая платформа для поиска работы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подбора сотрудников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113E6879-2424-48ED-86BE-A2D5060D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0"/>
            <a:ext cx="1200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Мы создаём платформу, которая объединит вакансии</a:t>
            </a:r>
          </a:p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и анкеты кандидатов с видеоответами.</a:t>
            </a:r>
          </a:p>
        </p:txBody>
      </p:sp>
    </p:spTree>
    <p:extLst>
      <p:ext uri="{BB962C8B-B14F-4D97-AF65-F5344CB8AC3E}">
        <p14:creationId xmlns:p14="http://schemas.microsoft.com/office/powerpoint/2010/main" val="138805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b0fdcfd044288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D97B18A-DBFD-4A0D-B22E-0FFC6FB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3097FB40-4FEF-4465-8CFB-7801A8C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 arayanlar ve işverenler</a:t>
            </a:r>
          </a:p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aynı platformda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58AC2428-2D86-4C93-B9DE-683DC5B6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781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Adaylar iş fırsatlarını inceleyebilecek ve deneyimlerini anlatabilecek. İşverenler ilan yayımlayabilecek ve adayları mülakattan önce tanıyabilecek.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98874EFA-A438-4AB0-A948-4E660AF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Соискатели и работодатели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на одной платформе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28E61E25-120F-4D62-96F3-DE4ACE3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781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Кандидаты смогут находить вакансии и рассказывать о своём опыте. Компании смогут размещать вакансии и знакомиться с кандидатами до собеседования.</a:t>
            </a:r>
          </a:p>
        </p:txBody>
      </p:sp>
      <p:sp>
        <p:nvSpPr>
          <p:cNvPr id="7" name="geo-tr-label">
            <a:extLst xmlns:a="http://schemas.openxmlformats.org/drawingml/2006/main">
              <a:ext uri="{FF2B5EF4-FFF2-40B4-BE49-F238E27FC236}">
                <a16:creationId xmlns:a16="http://schemas.microsoft.com/office/drawing/2014/main" id="{A7F1AD4A-8AF9-4320-83AF-B80A4389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669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Planlanan coğrafya</a:t>
            </a:r>
          </a:p>
        </p:txBody>
      </p:sp>
      <p:sp>
        <p:nvSpPr>
          <p:cNvPr id="8" name="geo-tr">
            <a:extLst xmlns:a="http://schemas.openxmlformats.org/drawingml/2006/main">
              <a:ext uri="{FF2B5EF4-FFF2-40B4-BE49-F238E27FC236}">
                <a16:creationId xmlns:a16="http://schemas.microsoft.com/office/drawing/2014/main" id="{4446696D-89E1-4CAC-8405-46470EE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45243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Türkiye</a:t>
            </a:r>
          </a:p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Kazakistan</a:t>
            </a:r>
          </a:p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BDT ülkeleri</a:t>
            </a:r>
          </a:p>
        </p:txBody>
      </p:sp>
      <p:sp>
        <p:nvSpPr>
          <p:cNvPr id="9" name="geo-ru-label">
            <a:extLst xmlns:a="http://schemas.openxmlformats.org/drawingml/2006/main">
              <a:ext uri="{FF2B5EF4-FFF2-40B4-BE49-F238E27FC236}">
                <a16:creationId xmlns:a16="http://schemas.microsoft.com/office/drawing/2014/main" id="{0CA9CEFD-EA34-49D8-9AA6-58BFAD32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815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Планируемая география</a:t>
            </a:r>
          </a:p>
        </p:txBody>
      </p:sp>
      <p:sp>
        <p:nvSpPr>
          <p:cNvPr id="10" name="geo-ru">
            <a:extLst xmlns:a="http://schemas.openxmlformats.org/drawingml/2006/main">
              <a:ext uri="{FF2B5EF4-FFF2-40B4-BE49-F238E27FC236}">
                <a16:creationId xmlns:a16="http://schemas.microsoft.com/office/drawing/2014/main" id="{55D03155-3823-4D70-90A0-1552B53E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24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Турция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Казахстан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Страны СНГ</a:t>
            </a:r>
          </a:p>
        </p:txBody>
      </p:sp>
    </p:spTree>
    <p:extLst>
      <p:ext uri="{BB962C8B-B14F-4D97-AF65-F5344CB8AC3E}">
        <p14:creationId xmlns:p14="http://schemas.microsoft.com/office/powerpoint/2010/main" val="485636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ef98a997740bd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3C74658-E243-4421-926E-223324D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5BD48B76-27C8-4399-B525-97DE157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715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 arayanlar için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D67E4252-E59F-411D-B86F-726F70A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715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Meslek ve konuma göre iş arama. Deneyim ve becerilerle bir profil oluşturma.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Aynı profille farklı ilanlara başvurma ve mülakat daveti alma.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43005B1B-5D63-4F35-B2E8-257C895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71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Для соискателей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CFD6DDEA-3884-4598-9946-DEFB4681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715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Поиск вакансий по профессии и месту работы. Анкета с опытом и навыками.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Одна анкета для разных откликов и приглашения на собеседование.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b3efc29f84a62"/>
          <a:stretch xmlns:a="http://schemas.openxmlformats.org/drawingml/2006/main"/>
        </p:blipFill>
        <p:spPr>
          <a:xfrm xmlns:a="http://schemas.openxmlformats.org/drawingml/2006/main">
            <a:off x="8143875" y="2824639"/>
            <a:ext cx="6286500" cy="2923223"/>
          </a:xfrm>
          <a:prstGeom xmlns:a="http://schemas.openxmlformats.org/drawingml/2006/main" prst="rect">
            <a:avLst/>
          </a:prstGeom>
        </p:spPr>
      </p:pic>
      <p:sp>
        <p:nvSpPr>
          <p:cNvPr id="8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5556FAF0-28C1-4DD0-B187-A478A5DC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484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İlanlar örnektir.</a:t>
            </a:r>
          </a:p>
        </p:txBody>
      </p:sp>
      <p:sp>
        <p:nvSpPr>
          <p:cNvPr id="9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F1F35DD9-E7E6-4CB1-B7EC-03F278A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532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Вакансии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1775523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746ac81444f64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3AFB69F-9609-448C-8981-D4FC8DD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5274806F-BDAA-44C7-B587-6F76620E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yanıtlarıyla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kendini tanıtma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CCE5A520-4CBE-44F8-B332-90FD4C0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Sorular meslek ve deneyime göre belirlenecek. Aday soruyu ekranda okuyup yanıtını kaydedebilecek, izleyebilecek ve yeniden çekebilecek.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8750423E-0777-4342-80D4-DB2A715F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Знакомство через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видеоответы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CF094D04-3D4B-469E-B45E-EA881B54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57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Вопросы будут учитывать профессию и опыт. Кандидат сможет прочитать вопрос, записать ответ, посмотреть его и при необходимости переснять.</a:t>
            </a:r>
          </a:p>
        </p:txBody>
      </p:sp>
      <p:sp>
        <p:nvSpPr>
          <p:cNvPr id="7" name="tr-optional">
            <a:extLst xmlns:a="http://schemas.openxmlformats.org/drawingml/2006/main">
              <a:ext uri="{FF2B5EF4-FFF2-40B4-BE49-F238E27FC236}">
                <a16:creationId xmlns:a16="http://schemas.microsoft.com/office/drawing/2014/main" id="{858A40CD-835C-4200-87EC-FA4D9BA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2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258"/>
                </a:solidFill>
                <a:latin typeface="Arial"/>
                <a:ea typeface="Arial"/>
                <a:cs typeface="Arial"/>
              </a:rPr>
              <a:t>Video isteğe bağlı olacak.</a:t>
            </a:r>
          </a:p>
        </p:txBody>
      </p:sp>
      <p:sp>
        <p:nvSpPr>
          <p:cNvPr id="8" name="ru-optional">
            <a:extLst xmlns:a="http://schemas.openxmlformats.org/drawingml/2006/main">
              <a:ext uri="{FF2B5EF4-FFF2-40B4-BE49-F238E27FC236}">
                <a16:creationId xmlns:a16="http://schemas.microsoft.com/office/drawing/2014/main" id="{A171E71A-CE94-40F1-8BF3-8FC32CF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0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25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258"/>
                </a:solidFill>
                <a:latin typeface="Arial"/>
                <a:ea typeface="Arial"/>
                <a:cs typeface="Arial"/>
              </a:rPr>
              <a:t>Видео будет необязательным.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eef957054fe1"/>
          <a:stretch xmlns:a="http://schemas.openxmlformats.org/drawingml/2006/main"/>
        </p:blipFill>
        <p:spPr>
          <a:xfrm xmlns:a="http://schemas.openxmlformats.org/drawingml/2006/main">
            <a:off x="8124825" y="2336800"/>
            <a:ext cx="6305550" cy="4203700"/>
          </a:xfrm>
          <a:prstGeom xmlns:a="http://schemas.openxmlformats.org/drawingml/2006/main" prst="rect">
            <a:avLst/>
          </a:prstGeom>
        </p:spPr>
      </p:pic>
      <p:sp>
        <p:nvSpPr>
          <p:cNvPr id="10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87D0DD73-2E3B-40B7-9EBA-3A102B2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67818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C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CBF"/>
                </a:solidFill>
                <a:latin typeface="Arial"/>
                <a:ea typeface="Arial"/>
                <a:cs typeface="Arial"/>
              </a:rPr>
              <a:t>Örnek gösterim. Gerçek bir aday değildir.</a:t>
            </a:r>
          </a:p>
        </p:txBody>
      </p:sp>
      <p:sp>
        <p:nvSpPr>
          <p:cNvPr id="11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E45CC34F-02F5-4203-B49E-06EB929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086600"/>
            <a:ext cx="630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C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CBF"/>
                </a:solidFill>
                <a:latin typeface="Arial"/>
                <a:ea typeface="Arial"/>
                <a:cs typeface="Arial"/>
              </a:rPr>
              <a:t>Иллюстрация формата. Это не реальный кандидат.</a:t>
            </a:r>
          </a:p>
        </p:txBody>
      </p:sp>
    </p:spTree>
    <p:extLst>
      <p:ext uri="{BB962C8B-B14F-4D97-AF65-F5344CB8AC3E}">
        <p14:creationId xmlns:p14="http://schemas.microsoft.com/office/powerpoint/2010/main" val="875786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eb7172400468e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D594754-C34C-4932-BB24-34B96119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84994351-0CE5-45E6-816C-B0558F4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715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İşverenler için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D8CC5189-736B-4740-BF15-FA6B7BA4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715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İlan yayımlama ve başvuruları inceleme. Adayın deneyimini profili ve video yanıtlarıyla birlikte değerlendirme.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İşe alım kararını işveren verecek.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FE75CF09-BE2E-4B62-8642-BC7F20FE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71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Для работодателей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756695B5-A6DC-45B4-8358-757BA172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715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Размещение вакансий и просмотр откликов. Знакомство с опытом кандидата через анкету и видеоответы.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Решение о найме останется за работодателем.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51cd597894230"/>
          <a:stretch xmlns:a="http://schemas.openxmlformats.org/drawingml/2006/main"/>
        </p:blipFill>
        <p:spPr>
          <a:xfrm xmlns:a="http://schemas.openxmlformats.org/drawingml/2006/main">
            <a:off x="8096250" y="3214233"/>
            <a:ext cx="6334125" cy="2239284"/>
          </a:xfrm>
          <a:prstGeom xmlns:a="http://schemas.openxmlformats.org/drawingml/2006/main" prst="rect">
            <a:avLst/>
          </a:prstGeom>
        </p:spPr>
      </p:pic>
      <p:sp>
        <p:nvSpPr>
          <p:cNvPr id="8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78E0CFC9-29F1-43E5-B764-286A85D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43675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Aday bilgileri örnektir.</a:t>
            </a:r>
          </a:p>
        </p:txBody>
      </p:sp>
      <p:sp>
        <p:nvSpPr>
          <p:cNvPr id="9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8C86304C-5860-4B5E-873B-7B6398A2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484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Данные кандидатов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1286096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6d42c605b451c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3455DAC-5BAA-4B01-923E-DF4F859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A1F0828C-A52D-4E02-8284-63F5879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Telefonda ve bilgisayarda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8A92513B-726F-4AE3-BC37-DD0FAF5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572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Telefon ve bilgisayarda, tarayıcı üzerinden kullanım. Ana sayfada iş arama ve profil oluşturmayı anlatan video rehberi.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Planlanan diller: Türkçe, Rusça, Kazakça ve İngilizce.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B491BD6B-35AE-4742-AA38-E87D59C9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На телефоне и компьютере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6B0C959A-96F0-42FA-99F8-D6598EB8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57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Работа в браузере. На главной странице будут поиск вакансий и видеоинструкция по заполнению анкеты.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Планируемые языки: турецкий, русский, казахский и английский.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416d44e0a4ef9"/>
          <a:stretch xmlns:a="http://schemas.openxmlformats.org/drawingml/2006/main"/>
        </p:blipFill>
        <p:spPr>
          <a:xfrm xmlns:a="http://schemas.openxmlformats.org/drawingml/2006/main">
            <a:off x="8096250" y="2240098"/>
            <a:ext cx="6315075" cy="291120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81711686147ae"/>
          <a:stretch xmlns:a="http://schemas.openxmlformats.org/drawingml/2006/main"/>
        </p:blipFill>
        <p:spPr>
          <a:xfrm xmlns:a="http://schemas.openxmlformats.org/drawingml/2006/main">
            <a:off x="12619168" y="4543425"/>
            <a:ext cx="1507864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D6993622-F1BF-4010-894C-D47AFAF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391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Arayüz değişebilir.</a:t>
            </a:r>
          </a:p>
        </p:txBody>
      </p:sp>
      <p:sp>
        <p:nvSpPr>
          <p:cNvPr id="10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2623C78C-B41D-4BC0-ADAA-81F5198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962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Дизайн может измениться.</a:t>
            </a:r>
          </a:p>
        </p:txBody>
      </p:sp>
    </p:spTree>
    <p:extLst>
      <p:ext uri="{BB962C8B-B14F-4D97-AF65-F5344CB8AC3E}">
        <p14:creationId xmlns:p14="http://schemas.microsoft.com/office/powerpoint/2010/main" val="2121770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6e773c73a4824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C518DAE-A149-45F4-9F35-5E509BBB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E7646958-38C5-4B13-ACFA-AB649230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295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Yakında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6E5DDE2F-A534-4833-91F7-F597066D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954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İş arayanların deneyimlerini anlatabileceği, işverenlerin</a:t>
            </a:r>
          </a:p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adayları daha yakından tanıyabileceği bir platform hazırlıyoruz.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924BC006-5E71-44AB-92EA-EC2D170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2763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8A2185E1-F93D-485A-A87D-D6FC35EB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24625"/>
            <a:ext cx="1295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Мы готовим платформу, где соискатели смогут рассказать</a:t>
            </a:r>
          </a:p>
          <a:p xmlns:a="http://schemas.openxmlformats.org/drawingml/2006/main">
            <a:pPr>
              <a:defRPr sz="225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о своём опыте, а работодатели познакомиться с кандидатами ближе.</a:t>
            </a:r>
          </a:p>
        </p:txBody>
      </p:sp>
    </p:spTree>
    <p:extLst>
      <p:ext uri="{BB962C8B-B14F-4D97-AF65-F5344CB8AC3E}">
        <p14:creationId xmlns:p14="http://schemas.microsoft.com/office/powerpoint/2010/main" val="583948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2026-10-04T11:13:36.8230000Z</dcterms:created>
  <dcterms:modified xsi:type="dcterms:W3CDTF">2026-10-04T11:13:36.8230000Z</dcterms:modified>
</coreProperties>
</file>